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Machine Learning Viva Preparation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 Concepts, Random Forest, CNN &amp; Graph Traversals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1: MACHINE LEARNING FOUNDATIONS &amp; SUPERV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Supervised learning is a subfield of machine learning where the algorithm learns a mapping function </a:t>
            </a:r>
          </a:p>
          <a:p>
            <a:pPr>
              <a:defRPr sz="1600"/>
            </a:pPr>
            <a:r>
              <a:t>Formal Definition: Given a training dataset D = {(x_1, y_1), (x_2, y_2), ..., (x_n, y_n)}, the objec</a:t>
            </a:r>
          </a:p>
          <a:p>
            <a:pPr>
              <a:defRPr sz="1600"/>
            </a:pPr>
            <a:r>
              <a:t>Key Components:</a:t>
            </a:r>
          </a:p>
          <a:p>
            <a:pPr>
              <a:defRPr sz="1600"/>
            </a:pPr>
            <a:r>
              <a:t>1. Features (Inputs): Attributes that describe data points.</a:t>
            </a:r>
          </a:p>
          <a:p>
            <a:pPr>
              <a:defRPr sz="1600"/>
            </a:pPr>
            <a:r>
              <a:t>2. Labels (Outputs): Groundtruth target values assigned to instances.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2: ENSEMBLE METHODS &amp;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Ensemble learning is a machine learning paradigm where multiple base models (weak learners) are stra</a:t>
            </a:r>
          </a:p>
          <a:p>
            <a:pPr>
              <a:defRPr sz="1600"/>
            </a:pPr>
            <a:r>
              <a:t>Primary Ensemble Paradigms:</a:t>
            </a:r>
          </a:p>
          <a:p>
            <a:pPr>
              <a:defRPr sz="1600"/>
            </a:pPr>
            <a:r>
              <a:t>1. Bagging (Bootstrap Aggregation): Reduces variance by training multiple base models independently </a:t>
            </a:r>
          </a:p>
          <a:p>
            <a:pPr>
              <a:defRPr sz="1600"/>
            </a:pPr>
            <a:r>
              <a:t>2. Boosting: Reduces bias by sequentially training base models where each subsequent model focuses o</a:t>
            </a:r>
          </a:p>
          <a:p>
            <a:pPr>
              <a:defRPr sz="1600"/>
            </a:pPr>
            <a:r>
              <a:t>3. Stacking: Trains a metalearner to combine predictions of heterogeneous base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3: DEEP LEARNING &amp; CONVOLUTIONAL NEURAL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Convolutional Neural Networks (CNNs) are specialized deep feedforward neural networks designed for p</a:t>
            </a:r>
          </a:p>
          <a:p>
            <a:pPr>
              <a:defRPr sz="1600"/>
            </a:pPr>
            <a:r>
              <a:t>Core Layers of a CNN:</a:t>
            </a:r>
          </a:p>
          <a:p>
            <a:pPr>
              <a:defRPr sz="1600"/>
            </a:pPr>
            <a:r>
              <a:t>1. Convolutional Layer: Applies a set of learnable spatial filters (kernels) that slide across the i</a:t>
            </a:r>
          </a:p>
          <a:p>
            <a:pPr>
              <a:defRPr sz="1600"/>
            </a:pPr>
            <a:r>
              <a:t>Hyperparameters: Kernel size (e.g., 3x3, 5x5), Stride (step size of filter movement), Padding (Valid</a:t>
            </a:r>
          </a:p>
          <a:p>
            <a:pPr>
              <a:defRPr sz="1600"/>
            </a:pPr>
            <a:r>
              <a:t>2. Activation Function (ReLU): Introduces nonlinearity to the network (f(x) = max(0, x)), speeding 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4: DATA STRUCTURES &amp; ALGORITHMS — BFS VS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Traversal Mechanism: Explores graph or tree level by level, visiting all neighbor vertices at the cu</a:t>
            </a:r>
          </a:p>
          <a:p>
            <a:pPr>
              <a:defRPr sz="1600"/>
            </a:pPr>
            <a:r>
              <a:t>Underlying Data Structure: Queue (First In, First Out  FIFO).</a:t>
            </a:r>
          </a:p>
          <a:p>
            <a:pPr>
              <a:defRPr sz="1600"/>
            </a:pPr>
            <a:r>
              <a:t>Time Complexity: O(V + E) where V is vertices and E is edges.</a:t>
            </a:r>
          </a:p>
          <a:p>
            <a:pPr>
              <a:defRPr sz="1600"/>
            </a:pPr>
            <a:r>
              <a:t>Space Complexity: O(V) due to storing all nodes at the current level.</a:t>
            </a:r>
          </a:p>
          <a:p>
            <a:pPr>
              <a:defRPr sz="1600"/>
            </a:pPr>
            <a:r>
              <a:t>Optimal For: Finding the shortest path in unweighted graphs, finding connected components, levelorde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